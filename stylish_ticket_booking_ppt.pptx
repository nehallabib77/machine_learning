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Online Ticket Booking Mobile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43A40"/>
                </a:solidFill>
                <a:latin typeface="Segoe UI"/>
              </a:defRPr>
            </a:pPr>
            <a:r>
              <a:t>Flutter-Based Software Project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3A40"/>
                </a:solidFill>
                <a:latin typeface="Segoe UI"/>
              </a:defRPr>
            </a:pPr>
            <a: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46304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Skip the queues: Booking tickets is still tedious and unreliable.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Users deserve a seamless, mobile-first experience.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Our app simplifies it all—search, book, pay on the 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3A40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463040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Manual systems: Long waits and errors.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No real-time updates: Seats vanish without warning.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Slow payments: Frustrating and insecure.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3A40"/>
                </a:solidFill>
                <a:latin typeface="Segoe UI"/>
              </a:defRPr>
            </a:pPr>
            <a:r>
              <a:t>Existing Systems &amp;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46304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Overloaded apps: Too many features, confusing UX.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Web-heavy: Not optimized for mobile speed.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Usability gap: Ignores on-the-go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3A40"/>
                </a:solidFill>
                <a:latin typeface="Segoe UI"/>
              </a:defRPr>
            </a:pPr>
            <a:r>
              <a:t>Project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463040" cy="731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Build a sleek Flutter app for effortless booking.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Enable digital search, selection, and payment.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Prioritize security and user delight.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3A40"/>
                </a:solidFill>
                <a:latin typeface="Segoe UI"/>
              </a:defRPr>
            </a:pPr>
            <a:r>
              <a:t>Project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46304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User side: Register, authenticate, book, view history.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Booking flow: Search tickets, select seats, pay online.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Admin tools: Manage events and inventory.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3A40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46304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Cross-platform: Flutter for iOS/Android.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Versatile: Bus, movies, events.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Integrated payments: Secure test mode.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3A40"/>
                </a:solidFill>
                <a:latin typeface="Segoe UI"/>
              </a:defRPr>
            </a:pPr>
            <a:r>
              <a:t>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46304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Secure login/signup.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Intuitive search &amp; seat picker.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Fast payment integration.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Instant confirmations &amp; history.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43A40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384048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43A40"/>
                </a:solidFill>
                <a:latin typeface="Segoe UI"/>
              </a:defRPr>
            </a:pPr>
            <a:r>
              <a:t>• Frontend: Flutter App</a:t>
            </a:r>
          </a:p>
          <a:p>
            <a:pPr>
              <a:defRPr sz="1600">
                <a:solidFill>
                  <a:srgbClr val="343A40"/>
                </a:solidFill>
                <a:latin typeface="Segoe UI"/>
              </a:defRPr>
            </a:pPr>
            <a:r>
              <a:t>• Backend: Firebase / REST API</a:t>
            </a:r>
          </a:p>
          <a:p>
            <a:pPr>
              <a:defRPr sz="1600">
                <a:solidFill>
                  <a:srgbClr val="343A40"/>
                </a:solidFill>
                <a:latin typeface="Segoe UI"/>
              </a:defRPr>
            </a:pPr>
            <a:r>
              <a:t>• Database: Cloud Firestore</a:t>
            </a:r>
          </a:p>
          <a:p>
            <a:pPr>
              <a:defRPr sz="1600">
                <a:solidFill>
                  <a:srgbClr val="343A40"/>
                </a:solidFill>
                <a:latin typeface="Segoe UI"/>
              </a:defRPr>
            </a:pPr>
            <a:r>
              <a:t>• Payments: Stripe / Razorpay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822960"/>
            <a:ext cx="292608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7BFF"/>
                </a:solidFill>
              </a:defRPr>
            </a:pPr>
            <a:r>
              <a:t>Mobile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783080"/>
            <a:ext cx="292608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7BFF"/>
                </a:solidFill>
              </a:defRPr>
            </a:pPr>
            <a:r>
              <a:t>API / 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743200"/>
            <a:ext cx="292608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7BFF"/>
                </a:solidFill>
              </a:defRPr>
            </a:pPr>
            <a:r>
              <a:t>Cloud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703320"/>
            <a:ext cx="292608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7BFF"/>
                </a:solidFill>
              </a:defRPr>
            </a:pPr>
            <a:r>
              <a:t>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3A40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46304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App: Flutter &amp; Dart.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Auth: Firebase.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DB: Cloud Firestore.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Payments: Gateway SDK.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3A40"/>
                </a:solidFill>
                <a:latin typeface="Segoe UI"/>
              </a:defRPr>
            </a:pPr>
            <a:r>
              <a:t>Development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46304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Agile: Flexible sprints.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Iterative: Build, test, refine.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Focus: Continuous 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3A40"/>
                </a:solidFill>
                <a:latin typeface="Segoe UI"/>
              </a:defRPr>
            </a:pPr>
            <a:r>
              <a:t>Implementation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46304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Month 1: Plan &amp; Design.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Month 2: Develop Core.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Month 3: Integrate Backend.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Month 4: Test &amp; Polish.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3A40"/>
                </a:solidFill>
                <a:latin typeface="Segoe UI"/>
              </a:defRPr>
            </a:pPr>
            <a:r>
              <a:t>Testing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46304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Unit: Code logic checks.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Integration: Firebase flows.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User: Real feedback loops.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3A40"/>
                </a:solidFill>
                <a:latin typeface="Segoe UI"/>
              </a:defRPr>
            </a:pPr>
            <a:r>
              <a:t>Risk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46304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Payments: Sandbox testing.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Time: Prioritize essentials.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Skills: Hands-on Flutter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3A40"/>
                </a:solidFill>
                <a:latin typeface="Segoe UI"/>
              </a:defRPr>
            </a:pPr>
            <a:r>
              <a:t>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463040" cy="731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Working app prototype.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Real-world skills in payments/tech.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Portfolio boost.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3A40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46304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Solves real booking pains.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Feasible in 4 months.</a:t>
            </a:r>
          </a:p>
          <a:p>
            <a:pPr>
              <a:spcAft>
                <a:spcPts val="600"/>
              </a:spcAft>
              <a:defRPr sz="1800">
                <a:solidFill>
                  <a:srgbClr val="343A40"/>
                </a:solidFill>
                <a:latin typeface="Segoe UI"/>
              </a:defRPr>
            </a:pPr>
            <a:r>
              <a:t>Ready to launch—approve?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43A40"/>
                </a:solidFill>
                <a:latin typeface="Segoe UI"/>
              </a:defRPr>
            </a:pPr>
            <a:r>
              <a:t>Questions?</a:t>
            </a:r>
          </a:p>
          <a:p>
            <a:r>
              <a:t>Contact: your_email@example.com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A40"/>
                </a:solidFill>
              </a:defRPr>
            </a:pPr>
            <a:r>
              <a:t>Nehal Labib (ID: XXXXX) | Supervisor: XXXXX | CSE 499 – Project / Thesis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